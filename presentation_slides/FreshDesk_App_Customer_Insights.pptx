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Akatab"/>
      <p:regular r:id="rId20"/>
      <p:bold r:id="rId21"/>
    </p:embeddedFont>
    <p:embeddedFont>
      <p:font typeface="Castoro"/>
      <p:regular r:id="rId22"/>
      <p: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katab-regular.fntdata"/><Relationship Id="rId22" Type="http://schemas.openxmlformats.org/officeDocument/2006/relationships/font" Target="fonts/Castoro-regular.fntdata"/><Relationship Id="rId21" Type="http://schemas.openxmlformats.org/officeDocument/2006/relationships/font" Target="fonts/Akatab-bold.fntdata"/><Relationship Id="rId23" Type="http://schemas.openxmlformats.org/officeDocument/2006/relationships/font" Target="fonts/Castor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74c35d34d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c74c35d34d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74c35d34d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c74c35d34d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74c35d34d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74c35d34d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74c35d34d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c74c35d34d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74c35d34d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c74c35d34d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74c35d34d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c74c35d34d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74c35d34d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74c35d34d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74c35d34d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c74c35d34d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78fd8803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c78fd8803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1597400" y="667850"/>
            <a:ext cx="6396300" cy="22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5000">
                <a:latin typeface="Castoro"/>
                <a:ea typeface="Castoro"/>
                <a:cs typeface="Castoro"/>
                <a:sym typeface="Casto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463800" y="3480892"/>
            <a:ext cx="2529900" cy="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189050" y="182425"/>
            <a:ext cx="7989600" cy="3901800"/>
            <a:chOff x="189050" y="182425"/>
            <a:chExt cx="7989600" cy="3901800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189050" y="321905"/>
              <a:ext cx="7989600" cy="81900"/>
              <a:chOff x="189050" y="284125"/>
              <a:chExt cx="7989600" cy="81900"/>
            </a:xfrm>
          </p:grpSpPr>
          <p:sp>
            <p:nvSpPr>
              <p:cNvPr id="14" name="Google Shape;14;p2"/>
              <p:cNvSpPr/>
              <p:nvPr/>
            </p:nvSpPr>
            <p:spPr>
              <a:xfrm rot="-5400000">
                <a:off x="7884800" y="72175"/>
                <a:ext cx="81900" cy="50580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katab"/>
                  <a:ea typeface="Akatab"/>
                  <a:cs typeface="Akatab"/>
                  <a:sym typeface="Akatab"/>
                </a:endParaRPr>
              </a:p>
            </p:txBody>
          </p:sp>
          <p:cxnSp>
            <p:nvCxnSpPr>
              <p:cNvPr id="15" name="Google Shape;15;p2"/>
              <p:cNvCxnSpPr>
                <a:stCxn id="14" idx="0"/>
              </p:cNvCxnSpPr>
              <p:nvPr/>
            </p:nvCxnSpPr>
            <p:spPr>
              <a:xfrm rot="10800000">
                <a:off x="189050" y="325075"/>
                <a:ext cx="7483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" name="Google Shape;16;p2"/>
            <p:cNvGrpSpPr/>
            <p:nvPr/>
          </p:nvGrpSpPr>
          <p:grpSpPr>
            <a:xfrm>
              <a:off x="403625" y="182425"/>
              <a:ext cx="81900" cy="3901800"/>
              <a:chOff x="403625" y="182425"/>
              <a:chExt cx="81900" cy="39018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403625" y="3578425"/>
                <a:ext cx="81900" cy="50580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katab"/>
                  <a:ea typeface="Akatab"/>
                  <a:cs typeface="Akatab"/>
                  <a:sym typeface="Akatab"/>
                </a:endParaRPr>
              </a:p>
            </p:txBody>
          </p:sp>
          <p:cxnSp>
            <p:nvCxnSpPr>
              <p:cNvPr id="18" name="Google Shape;18;p2"/>
              <p:cNvCxnSpPr>
                <a:stCxn id="17" idx="0"/>
              </p:cNvCxnSpPr>
              <p:nvPr/>
            </p:nvCxnSpPr>
            <p:spPr>
              <a:xfrm rot="10800000">
                <a:off x="444575" y="182425"/>
                <a:ext cx="0" cy="3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2863" rotWithShape="0" algn="bl" dist="9525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961425" y="2680575"/>
            <a:ext cx="4383600" cy="1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hasCustomPrompt="1" idx="2" type="title"/>
          </p:nvPr>
        </p:nvSpPr>
        <p:spPr>
          <a:xfrm>
            <a:off x="961425" y="1649425"/>
            <a:ext cx="1032300" cy="743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i="1" sz="4500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/>
          <p:nvPr>
            <p:ph idx="3" type="pic"/>
          </p:nvPr>
        </p:nvSpPr>
        <p:spPr>
          <a:xfrm>
            <a:off x="5109150" y="539550"/>
            <a:ext cx="2760600" cy="4064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720000" y="1212700"/>
            <a:ext cx="7704000" cy="4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8" name="Google Shape;28;p4"/>
          <p:cNvGrpSpPr/>
          <p:nvPr/>
        </p:nvGrpSpPr>
        <p:grpSpPr>
          <a:xfrm>
            <a:off x="189050" y="189225"/>
            <a:ext cx="8544825" cy="4626400"/>
            <a:chOff x="189050" y="189225"/>
            <a:chExt cx="8544825" cy="4626400"/>
          </a:xfrm>
        </p:grpSpPr>
        <p:sp>
          <p:nvSpPr>
            <p:cNvPr id="29" name="Google Shape;29;p4"/>
            <p:cNvSpPr/>
            <p:nvPr/>
          </p:nvSpPr>
          <p:spPr>
            <a:xfrm rot="-5400000">
              <a:off x="1810400" y="452177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30" name="Google Shape;30;p4"/>
            <p:cNvCxnSpPr>
              <a:stCxn id="29" idx="0"/>
            </p:cNvCxnSpPr>
            <p:nvPr/>
          </p:nvCxnSpPr>
          <p:spPr>
            <a:xfrm rot="10800000">
              <a:off x="189050" y="4774675"/>
              <a:ext cx="1409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1" name="Google Shape;31;p4"/>
            <p:cNvSpPr/>
            <p:nvPr/>
          </p:nvSpPr>
          <p:spPr>
            <a:xfrm>
              <a:off x="8651975" y="268372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32" name="Google Shape;32;p4"/>
            <p:cNvCxnSpPr>
              <a:stCxn id="31" idx="0"/>
            </p:cNvCxnSpPr>
            <p:nvPr/>
          </p:nvCxnSpPr>
          <p:spPr>
            <a:xfrm rot="10800000">
              <a:off x="8692925" y="189225"/>
              <a:ext cx="0" cy="2494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35" name="Google Shape;35;p5"/>
          <p:cNvSpPr txBox="1"/>
          <p:nvPr>
            <p:ph type="title"/>
          </p:nvPr>
        </p:nvSpPr>
        <p:spPr>
          <a:xfrm>
            <a:off x="8724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870333" y="2920120"/>
            <a:ext cx="3153900" cy="14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1129049" y="2920120"/>
            <a:ext cx="3153900" cy="14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1129049" y="2355325"/>
            <a:ext cx="3153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4870333" y="2355325"/>
            <a:ext cx="3153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0" name="Google Shape;40;p5"/>
          <p:cNvGrpSpPr/>
          <p:nvPr/>
        </p:nvGrpSpPr>
        <p:grpSpPr>
          <a:xfrm>
            <a:off x="187300" y="182181"/>
            <a:ext cx="8553400" cy="4639994"/>
            <a:chOff x="187300" y="182181"/>
            <a:chExt cx="8553400" cy="4639994"/>
          </a:xfrm>
        </p:grpSpPr>
        <p:sp>
          <p:nvSpPr>
            <p:cNvPr id="41" name="Google Shape;41;p5"/>
            <p:cNvSpPr/>
            <p:nvPr/>
          </p:nvSpPr>
          <p:spPr>
            <a:xfrm rot="10800000">
              <a:off x="8658800" y="189072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42" name="Google Shape;42;p5"/>
            <p:cNvCxnSpPr/>
            <p:nvPr/>
          </p:nvCxnSpPr>
          <p:spPr>
            <a:xfrm rot="10800000">
              <a:off x="8699750" y="182181"/>
              <a:ext cx="0" cy="1730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3" name="Google Shape;43;p5"/>
            <p:cNvSpPr/>
            <p:nvPr/>
          </p:nvSpPr>
          <p:spPr>
            <a:xfrm rot="5400000">
              <a:off x="4313050" y="452832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44" name="Google Shape;44;p5"/>
            <p:cNvCxnSpPr>
              <a:stCxn id="43" idx="2"/>
            </p:cNvCxnSpPr>
            <p:nvPr/>
          </p:nvCxnSpPr>
          <p:spPr>
            <a:xfrm rot="10800000">
              <a:off x="187300" y="4781225"/>
              <a:ext cx="391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47" name="Google Shape;4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8" name="Google Shape;48;p6"/>
          <p:cNvGrpSpPr/>
          <p:nvPr/>
        </p:nvGrpSpPr>
        <p:grpSpPr>
          <a:xfrm>
            <a:off x="417025" y="196658"/>
            <a:ext cx="8321700" cy="3044617"/>
            <a:chOff x="417025" y="196658"/>
            <a:chExt cx="8321700" cy="3044617"/>
          </a:xfrm>
        </p:grpSpPr>
        <p:sp>
          <p:nvSpPr>
            <p:cNvPr id="49" name="Google Shape;49;p6"/>
            <p:cNvSpPr/>
            <p:nvPr/>
          </p:nvSpPr>
          <p:spPr>
            <a:xfrm>
              <a:off x="8656825" y="273547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50" name="Google Shape;50;p6"/>
            <p:cNvCxnSpPr>
              <a:stCxn id="49" idx="0"/>
            </p:cNvCxnSpPr>
            <p:nvPr/>
          </p:nvCxnSpPr>
          <p:spPr>
            <a:xfrm rot="10800000">
              <a:off x="8697775" y="204075"/>
              <a:ext cx="0" cy="253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" name="Google Shape;51;p6"/>
            <p:cNvSpPr/>
            <p:nvPr/>
          </p:nvSpPr>
          <p:spPr>
            <a:xfrm>
              <a:off x="417025" y="1756958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52" name="Google Shape;52;p6"/>
            <p:cNvCxnSpPr>
              <a:stCxn id="51" idx="0"/>
            </p:cNvCxnSpPr>
            <p:nvPr/>
          </p:nvCxnSpPr>
          <p:spPr>
            <a:xfrm rot="10800000">
              <a:off x="457975" y="196658"/>
              <a:ext cx="0" cy="1560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459625" y="1303675"/>
            <a:ext cx="3687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459625" y="2002450"/>
            <a:ext cx="3687600" cy="17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57" name="Google Shape;57;p7"/>
          <p:cNvSpPr/>
          <p:nvPr>
            <p:ph idx="2" type="pic"/>
          </p:nvPr>
        </p:nvSpPr>
        <p:spPr>
          <a:xfrm>
            <a:off x="863700" y="575550"/>
            <a:ext cx="2743800" cy="3992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grpSp>
        <p:nvGrpSpPr>
          <p:cNvPr id="58" name="Google Shape;58;p7"/>
          <p:cNvGrpSpPr/>
          <p:nvPr/>
        </p:nvGrpSpPr>
        <p:grpSpPr>
          <a:xfrm>
            <a:off x="424300" y="199150"/>
            <a:ext cx="8531975" cy="4630300"/>
            <a:chOff x="424300" y="199150"/>
            <a:chExt cx="8531975" cy="4630300"/>
          </a:xfrm>
        </p:grpSpPr>
        <p:sp>
          <p:nvSpPr>
            <p:cNvPr id="59" name="Google Shape;59;p7"/>
            <p:cNvSpPr/>
            <p:nvPr/>
          </p:nvSpPr>
          <p:spPr>
            <a:xfrm rot="-5400000">
              <a:off x="4748625" y="4535600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60" name="Google Shape;60;p7"/>
            <p:cNvCxnSpPr>
              <a:stCxn id="59" idx="2"/>
            </p:cNvCxnSpPr>
            <p:nvPr/>
          </p:nvCxnSpPr>
          <p:spPr>
            <a:xfrm>
              <a:off x="5042475" y="4788500"/>
              <a:ext cx="391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1" name="Google Shape;61;p7"/>
            <p:cNvSpPr/>
            <p:nvPr/>
          </p:nvSpPr>
          <p:spPr>
            <a:xfrm>
              <a:off x="424300" y="1759450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62" name="Google Shape;62;p7"/>
            <p:cNvCxnSpPr>
              <a:stCxn id="61" idx="0"/>
            </p:cNvCxnSpPr>
            <p:nvPr/>
          </p:nvCxnSpPr>
          <p:spPr>
            <a:xfrm rot="10800000">
              <a:off x="465250" y="199150"/>
              <a:ext cx="0" cy="1560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65" name="Google Shape;65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66" name="Google Shape;66;p8"/>
          <p:cNvGrpSpPr/>
          <p:nvPr/>
        </p:nvGrpSpPr>
        <p:grpSpPr>
          <a:xfrm>
            <a:off x="384800" y="859801"/>
            <a:ext cx="8571101" cy="4095600"/>
            <a:chOff x="384800" y="859801"/>
            <a:chExt cx="8571101" cy="4095600"/>
          </a:xfrm>
        </p:grpSpPr>
        <p:sp>
          <p:nvSpPr>
            <p:cNvPr id="67" name="Google Shape;67;p8"/>
            <p:cNvSpPr/>
            <p:nvPr/>
          </p:nvSpPr>
          <p:spPr>
            <a:xfrm flipH="1">
              <a:off x="7855150" y="859801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68" name="Google Shape;68;p8"/>
            <p:cNvCxnSpPr/>
            <p:nvPr/>
          </p:nvCxnSpPr>
          <p:spPr>
            <a:xfrm rot="5400000">
              <a:off x="5939200" y="2998501"/>
              <a:ext cx="391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9" name="Google Shape;69;p8"/>
            <p:cNvSpPr/>
            <p:nvPr/>
          </p:nvSpPr>
          <p:spPr>
            <a:xfrm flipH="1" rot="-5400000">
              <a:off x="596750" y="4501752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70" name="Google Shape;70;p8"/>
            <p:cNvCxnSpPr/>
            <p:nvPr/>
          </p:nvCxnSpPr>
          <p:spPr>
            <a:xfrm>
              <a:off x="898501" y="4754652"/>
              <a:ext cx="8057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73" name="Google Shape;73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74" name="Google Shape;74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75" name="Google Shape;75;p9"/>
          <p:cNvGrpSpPr/>
          <p:nvPr/>
        </p:nvGrpSpPr>
        <p:grpSpPr>
          <a:xfrm>
            <a:off x="188100" y="338850"/>
            <a:ext cx="8771701" cy="4488651"/>
            <a:chOff x="188100" y="338850"/>
            <a:chExt cx="8771701" cy="4488651"/>
          </a:xfrm>
        </p:grpSpPr>
        <p:sp>
          <p:nvSpPr>
            <p:cNvPr id="76" name="Google Shape;76;p9"/>
            <p:cNvSpPr/>
            <p:nvPr/>
          </p:nvSpPr>
          <p:spPr>
            <a:xfrm rot="5400000">
              <a:off x="3980800" y="4533651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77" name="Google Shape;77;p9"/>
            <p:cNvCxnSpPr/>
            <p:nvPr/>
          </p:nvCxnSpPr>
          <p:spPr>
            <a:xfrm rot="10800000">
              <a:off x="188100" y="4786551"/>
              <a:ext cx="391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" name="Google Shape;78;p9"/>
            <p:cNvSpPr/>
            <p:nvPr/>
          </p:nvSpPr>
          <p:spPr>
            <a:xfrm rot="-5400000">
              <a:off x="600650" y="126900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79" name="Google Shape;79;p9"/>
            <p:cNvCxnSpPr/>
            <p:nvPr/>
          </p:nvCxnSpPr>
          <p:spPr>
            <a:xfrm>
              <a:off x="902401" y="379800"/>
              <a:ext cx="8057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/>
          <p:nvPr>
            <p:ph idx="2" type="pic"/>
          </p:nvPr>
        </p:nvSpPr>
        <p:spPr>
          <a:xfrm>
            <a:off x="-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0"/>
          <p:cNvSpPr txBox="1"/>
          <p:nvPr>
            <p:ph type="title"/>
          </p:nvPr>
        </p:nvSpPr>
        <p:spPr>
          <a:xfrm>
            <a:off x="720000" y="4123600"/>
            <a:ext cx="7704000" cy="4635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85" name="Google Shape;85;p11"/>
          <p:cNvSpPr txBox="1"/>
          <p:nvPr>
            <p:ph hasCustomPrompt="1" type="title"/>
          </p:nvPr>
        </p:nvSpPr>
        <p:spPr>
          <a:xfrm>
            <a:off x="2112825" y="1349550"/>
            <a:ext cx="5898000" cy="13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b="0" i="1" sz="6000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6" name="Google Shape;86;p11"/>
          <p:cNvSpPr txBox="1"/>
          <p:nvPr>
            <p:ph idx="1" type="subTitle"/>
          </p:nvPr>
        </p:nvSpPr>
        <p:spPr>
          <a:xfrm>
            <a:off x="2112825" y="3036128"/>
            <a:ext cx="5898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90" name="Google Shape;90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hasCustomPrompt="1" idx="2" type="title"/>
          </p:nvPr>
        </p:nvSpPr>
        <p:spPr>
          <a:xfrm>
            <a:off x="1503825" y="1295883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 sz="2000">
                <a:latin typeface="Akatab"/>
                <a:ea typeface="Akatab"/>
                <a:cs typeface="Akatab"/>
                <a:sym typeface="Akat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/>
          <p:nvPr>
            <p:ph hasCustomPrompt="1" idx="3" type="title"/>
          </p:nvPr>
        </p:nvSpPr>
        <p:spPr>
          <a:xfrm>
            <a:off x="1503825" y="28763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 sz="2000">
                <a:latin typeface="Akatab"/>
                <a:ea typeface="Akatab"/>
                <a:cs typeface="Akatab"/>
                <a:sym typeface="Akat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hasCustomPrompt="1" idx="4" type="title"/>
          </p:nvPr>
        </p:nvSpPr>
        <p:spPr>
          <a:xfrm>
            <a:off x="4204650" y="1295883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 sz="2000">
                <a:latin typeface="Akatab"/>
                <a:ea typeface="Akatab"/>
                <a:cs typeface="Akatab"/>
                <a:sym typeface="Akat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/>
          <p:nvPr>
            <p:ph hasCustomPrompt="1" idx="5" type="title"/>
          </p:nvPr>
        </p:nvSpPr>
        <p:spPr>
          <a:xfrm>
            <a:off x="4204650" y="28763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 sz="2000">
                <a:latin typeface="Akatab"/>
                <a:ea typeface="Akatab"/>
                <a:cs typeface="Akatab"/>
                <a:sym typeface="Akat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/>
          <p:nvPr>
            <p:ph hasCustomPrompt="1" idx="6" type="title"/>
          </p:nvPr>
        </p:nvSpPr>
        <p:spPr>
          <a:xfrm>
            <a:off x="6903888" y="1295883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 sz="2000">
                <a:latin typeface="Akatab"/>
                <a:ea typeface="Akatab"/>
                <a:cs typeface="Akatab"/>
                <a:sym typeface="Akat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/>
          <p:nvPr>
            <p:ph hasCustomPrompt="1" idx="7" type="title"/>
          </p:nvPr>
        </p:nvSpPr>
        <p:spPr>
          <a:xfrm>
            <a:off x="6903888" y="28763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 sz="2000">
                <a:latin typeface="Akatab"/>
                <a:ea typeface="Akatab"/>
                <a:cs typeface="Akatab"/>
                <a:sym typeface="Akat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/>
          <p:nvPr>
            <p:ph idx="1" type="subTitle"/>
          </p:nvPr>
        </p:nvSpPr>
        <p:spPr>
          <a:xfrm>
            <a:off x="718425" y="1765875"/>
            <a:ext cx="23055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idx="8" type="subTitle"/>
          </p:nvPr>
        </p:nvSpPr>
        <p:spPr>
          <a:xfrm>
            <a:off x="3419250" y="1765875"/>
            <a:ext cx="23055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13"/>
          <p:cNvSpPr txBox="1"/>
          <p:nvPr>
            <p:ph idx="9" type="subTitle"/>
          </p:nvPr>
        </p:nvSpPr>
        <p:spPr>
          <a:xfrm>
            <a:off x="6118488" y="1765875"/>
            <a:ext cx="23055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13" type="subTitle"/>
          </p:nvPr>
        </p:nvSpPr>
        <p:spPr>
          <a:xfrm>
            <a:off x="718425" y="3346300"/>
            <a:ext cx="23055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4" type="subTitle"/>
          </p:nvPr>
        </p:nvSpPr>
        <p:spPr>
          <a:xfrm>
            <a:off x="3419250" y="3346300"/>
            <a:ext cx="23055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15" type="subTitle"/>
          </p:nvPr>
        </p:nvSpPr>
        <p:spPr>
          <a:xfrm>
            <a:off x="6118488" y="3346300"/>
            <a:ext cx="23055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03" name="Google Shape;103;p13"/>
          <p:cNvGrpSpPr/>
          <p:nvPr/>
        </p:nvGrpSpPr>
        <p:grpSpPr>
          <a:xfrm>
            <a:off x="410425" y="185850"/>
            <a:ext cx="8553763" cy="4632105"/>
            <a:chOff x="410425" y="185850"/>
            <a:chExt cx="8553763" cy="4632105"/>
          </a:xfrm>
        </p:grpSpPr>
        <p:sp>
          <p:nvSpPr>
            <p:cNvPr id="104" name="Google Shape;104;p13"/>
            <p:cNvSpPr/>
            <p:nvPr/>
          </p:nvSpPr>
          <p:spPr>
            <a:xfrm rot="5400000">
              <a:off x="3038138" y="452410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05" name="Google Shape;105;p13"/>
            <p:cNvCxnSpPr>
              <a:stCxn id="104" idx="0"/>
            </p:cNvCxnSpPr>
            <p:nvPr/>
          </p:nvCxnSpPr>
          <p:spPr>
            <a:xfrm>
              <a:off x="3331988" y="4777005"/>
              <a:ext cx="5632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" name="Google Shape;106;p13"/>
            <p:cNvSpPr/>
            <p:nvPr/>
          </p:nvSpPr>
          <p:spPr>
            <a:xfrm>
              <a:off x="410425" y="1386150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07" name="Google Shape;107;p13"/>
            <p:cNvCxnSpPr>
              <a:stCxn id="106" idx="0"/>
            </p:cNvCxnSpPr>
            <p:nvPr/>
          </p:nvCxnSpPr>
          <p:spPr>
            <a:xfrm rot="10800000">
              <a:off x="451375" y="185850"/>
              <a:ext cx="0" cy="1200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110" name="Google Shape;110;p14"/>
          <p:cNvGrpSpPr/>
          <p:nvPr/>
        </p:nvGrpSpPr>
        <p:grpSpPr>
          <a:xfrm>
            <a:off x="188095" y="188100"/>
            <a:ext cx="8537030" cy="4646702"/>
            <a:chOff x="194045" y="189750"/>
            <a:chExt cx="8537030" cy="4646702"/>
          </a:xfrm>
        </p:grpSpPr>
        <p:grpSp>
          <p:nvGrpSpPr>
            <p:cNvPr id="111" name="Google Shape;111;p14"/>
            <p:cNvGrpSpPr/>
            <p:nvPr/>
          </p:nvGrpSpPr>
          <p:grpSpPr>
            <a:xfrm>
              <a:off x="8649175" y="189750"/>
              <a:ext cx="81900" cy="3591600"/>
              <a:chOff x="8649175" y="189750"/>
              <a:chExt cx="81900" cy="3591600"/>
            </a:xfrm>
          </p:grpSpPr>
          <p:sp>
            <p:nvSpPr>
              <p:cNvPr id="112" name="Google Shape;112;p14"/>
              <p:cNvSpPr/>
              <p:nvPr/>
            </p:nvSpPr>
            <p:spPr>
              <a:xfrm>
                <a:off x="8649175" y="3275550"/>
                <a:ext cx="81900" cy="50580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katab"/>
                  <a:ea typeface="Akatab"/>
                  <a:cs typeface="Akatab"/>
                  <a:sym typeface="Akatab"/>
                </a:endParaRPr>
              </a:p>
            </p:txBody>
          </p:sp>
          <p:cxnSp>
            <p:nvCxnSpPr>
              <p:cNvPr id="113" name="Google Shape;113;p14"/>
              <p:cNvCxnSpPr>
                <a:stCxn id="112" idx="0"/>
              </p:cNvCxnSpPr>
              <p:nvPr/>
            </p:nvCxnSpPr>
            <p:spPr>
              <a:xfrm rot="10800000">
                <a:off x="8690125" y="189750"/>
                <a:ext cx="0" cy="3085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4" name="Google Shape;114;p14"/>
            <p:cNvSpPr/>
            <p:nvPr/>
          </p:nvSpPr>
          <p:spPr>
            <a:xfrm rot="-5400000">
              <a:off x="1966295" y="4542602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15" name="Google Shape;115;p14"/>
            <p:cNvCxnSpPr>
              <a:stCxn id="114" idx="0"/>
            </p:cNvCxnSpPr>
            <p:nvPr/>
          </p:nvCxnSpPr>
          <p:spPr>
            <a:xfrm rot="10800000">
              <a:off x="194045" y="4795502"/>
              <a:ext cx="1560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6" name="Google Shape;116;p14"/>
          <p:cNvSpPr txBox="1"/>
          <p:nvPr>
            <p:ph type="title"/>
          </p:nvPr>
        </p:nvSpPr>
        <p:spPr>
          <a:xfrm>
            <a:off x="713225" y="700875"/>
            <a:ext cx="2402100" cy="102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" type="subTitle"/>
          </p:nvPr>
        </p:nvSpPr>
        <p:spPr>
          <a:xfrm>
            <a:off x="713225" y="1685575"/>
            <a:ext cx="24021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14"/>
          <p:cNvSpPr/>
          <p:nvPr>
            <p:ph idx="2" type="pic"/>
          </p:nvPr>
        </p:nvSpPr>
        <p:spPr>
          <a:xfrm>
            <a:off x="3311888" y="547050"/>
            <a:ext cx="2484300" cy="4049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9" name="Google Shape;119;p14"/>
          <p:cNvSpPr/>
          <p:nvPr>
            <p:ph idx="3" type="pic"/>
          </p:nvPr>
        </p:nvSpPr>
        <p:spPr>
          <a:xfrm>
            <a:off x="713225" y="2780275"/>
            <a:ext cx="2484300" cy="1816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20" name="Google Shape;120;p14"/>
          <p:cNvSpPr/>
          <p:nvPr>
            <p:ph idx="4" type="pic"/>
          </p:nvPr>
        </p:nvSpPr>
        <p:spPr>
          <a:xfrm flipH="1">
            <a:off x="5910550" y="547050"/>
            <a:ext cx="2484300" cy="4049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123" name="Google Shape;123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837675" y="2921900"/>
            <a:ext cx="2375100" cy="13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384452" y="2921900"/>
            <a:ext cx="2375100" cy="13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5931175" y="2921901"/>
            <a:ext cx="2375100" cy="13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837675" y="2391925"/>
            <a:ext cx="23751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5" type="subTitle"/>
          </p:nvPr>
        </p:nvSpPr>
        <p:spPr>
          <a:xfrm>
            <a:off x="3384452" y="2391925"/>
            <a:ext cx="23751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9" name="Google Shape;129;p15"/>
          <p:cNvSpPr txBox="1"/>
          <p:nvPr>
            <p:ph idx="6" type="subTitle"/>
          </p:nvPr>
        </p:nvSpPr>
        <p:spPr>
          <a:xfrm>
            <a:off x="5931175" y="2391925"/>
            <a:ext cx="23751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30" name="Google Shape;130;p15"/>
          <p:cNvGrpSpPr/>
          <p:nvPr/>
        </p:nvGrpSpPr>
        <p:grpSpPr>
          <a:xfrm>
            <a:off x="409729" y="191865"/>
            <a:ext cx="8544000" cy="4614700"/>
            <a:chOff x="409729" y="191865"/>
            <a:chExt cx="8544000" cy="4614700"/>
          </a:xfrm>
        </p:grpSpPr>
        <p:sp>
          <p:nvSpPr>
            <p:cNvPr id="131" name="Google Shape;131;p15"/>
            <p:cNvSpPr/>
            <p:nvPr/>
          </p:nvSpPr>
          <p:spPr>
            <a:xfrm>
              <a:off x="409729" y="175216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32" name="Google Shape;132;p15"/>
            <p:cNvCxnSpPr>
              <a:stCxn id="131" idx="0"/>
            </p:cNvCxnSpPr>
            <p:nvPr/>
          </p:nvCxnSpPr>
          <p:spPr>
            <a:xfrm rot="10800000">
              <a:off x="450679" y="191865"/>
              <a:ext cx="0" cy="1560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133" name="Google Shape;133;p15"/>
            <p:cNvSpPr/>
            <p:nvPr/>
          </p:nvSpPr>
          <p:spPr>
            <a:xfrm rot="5400000">
              <a:off x="6179179" y="451271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34" name="Google Shape;134;p15"/>
            <p:cNvCxnSpPr>
              <a:stCxn id="133" idx="0"/>
            </p:cNvCxnSpPr>
            <p:nvPr/>
          </p:nvCxnSpPr>
          <p:spPr>
            <a:xfrm>
              <a:off x="6473029" y="4765615"/>
              <a:ext cx="2480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137" name="Google Shape;137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1" type="subTitle"/>
          </p:nvPr>
        </p:nvSpPr>
        <p:spPr>
          <a:xfrm>
            <a:off x="1253224" y="1720504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" name="Google Shape;139;p16"/>
          <p:cNvSpPr txBox="1"/>
          <p:nvPr>
            <p:ph idx="2" type="subTitle"/>
          </p:nvPr>
        </p:nvSpPr>
        <p:spPr>
          <a:xfrm>
            <a:off x="5079776" y="1720504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3" type="subTitle"/>
          </p:nvPr>
        </p:nvSpPr>
        <p:spPr>
          <a:xfrm>
            <a:off x="1253224" y="3381079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4" type="subTitle"/>
          </p:nvPr>
        </p:nvSpPr>
        <p:spPr>
          <a:xfrm>
            <a:off x="5079776" y="3381079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2" name="Google Shape;142;p16"/>
          <p:cNvSpPr txBox="1"/>
          <p:nvPr>
            <p:ph idx="5" type="subTitle"/>
          </p:nvPr>
        </p:nvSpPr>
        <p:spPr>
          <a:xfrm>
            <a:off x="1253225" y="1286930"/>
            <a:ext cx="2811000" cy="4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3" name="Google Shape;143;p16"/>
          <p:cNvSpPr txBox="1"/>
          <p:nvPr>
            <p:ph idx="6" type="subTitle"/>
          </p:nvPr>
        </p:nvSpPr>
        <p:spPr>
          <a:xfrm>
            <a:off x="1253225" y="2947455"/>
            <a:ext cx="2811000" cy="4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4" name="Google Shape;144;p16"/>
          <p:cNvSpPr txBox="1"/>
          <p:nvPr>
            <p:ph idx="7" type="subTitle"/>
          </p:nvPr>
        </p:nvSpPr>
        <p:spPr>
          <a:xfrm>
            <a:off x="5079750" y="1286930"/>
            <a:ext cx="2811000" cy="4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5" name="Google Shape;145;p16"/>
          <p:cNvSpPr txBox="1"/>
          <p:nvPr>
            <p:ph idx="8" type="subTitle"/>
          </p:nvPr>
        </p:nvSpPr>
        <p:spPr>
          <a:xfrm>
            <a:off x="5079750" y="2947455"/>
            <a:ext cx="2811000" cy="4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46" name="Google Shape;146;p16"/>
          <p:cNvGrpSpPr/>
          <p:nvPr/>
        </p:nvGrpSpPr>
        <p:grpSpPr>
          <a:xfrm>
            <a:off x="424300" y="187356"/>
            <a:ext cx="8311590" cy="4773994"/>
            <a:chOff x="424300" y="187356"/>
            <a:chExt cx="8311590" cy="4773994"/>
          </a:xfrm>
        </p:grpSpPr>
        <p:sp>
          <p:nvSpPr>
            <p:cNvPr id="147" name="Google Shape;147;p16"/>
            <p:cNvSpPr/>
            <p:nvPr/>
          </p:nvSpPr>
          <p:spPr>
            <a:xfrm rot="10800000">
              <a:off x="424300" y="2408950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48" name="Google Shape;148;p16"/>
            <p:cNvCxnSpPr>
              <a:stCxn id="147" idx="0"/>
            </p:cNvCxnSpPr>
            <p:nvPr/>
          </p:nvCxnSpPr>
          <p:spPr>
            <a:xfrm>
              <a:off x="465250" y="2914750"/>
              <a:ext cx="0" cy="2046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149" name="Google Shape;149;p16"/>
            <p:cNvSpPr/>
            <p:nvPr/>
          </p:nvSpPr>
          <p:spPr>
            <a:xfrm>
              <a:off x="8653990" y="1867056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50" name="Google Shape;150;p16"/>
            <p:cNvCxnSpPr>
              <a:stCxn id="149" idx="0"/>
            </p:cNvCxnSpPr>
            <p:nvPr/>
          </p:nvCxnSpPr>
          <p:spPr>
            <a:xfrm rot="10800000">
              <a:off x="8694940" y="187356"/>
              <a:ext cx="0" cy="1679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153" name="Google Shape;15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4" name="Google Shape;154;p17"/>
          <p:cNvSpPr txBox="1"/>
          <p:nvPr>
            <p:ph idx="1" type="subTitle"/>
          </p:nvPr>
        </p:nvSpPr>
        <p:spPr>
          <a:xfrm>
            <a:off x="899363" y="1720712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7"/>
          <p:cNvSpPr txBox="1"/>
          <p:nvPr>
            <p:ph idx="2" type="subTitle"/>
          </p:nvPr>
        </p:nvSpPr>
        <p:spPr>
          <a:xfrm>
            <a:off x="3579000" y="1720712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6" name="Google Shape;156;p17"/>
          <p:cNvSpPr txBox="1"/>
          <p:nvPr>
            <p:ph idx="3" type="subTitle"/>
          </p:nvPr>
        </p:nvSpPr>
        <p:spPr>
          <a:xfrm>
            <a:off x="899363" y="3376373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7" name="Google Shape;157;p17"/>
          <p:cNvSpPr txBox="1"/>
          <p:nvPr>
            <p:ph idx="4" type="subTitle"/>
          </p:nvPr>
        </p:nvSpPr>
        <p:spPr>
          <a:xfrm>
            <a:off x="3579000" y="3376373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8" name="Google Shape;158;p17"/>
          <p:cNvSpPr txBox="1"/>
          <p:nvPr>
            <p:ph idx="5" type="subTitle"/>
          </p:nvPr>
        </p:nvSpPr>
        <p:spPr>
          <a:xfrm>
            <a:off x="6258634" y="1720712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>
            <p:ph idx="6" type="subTitle"/>
          </p:nvPr>
        </p:nvSpPr>
        <p:spPr>
          <a:xfrm>
            <a:off x="6258634" y="3376373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0" name="Google Shape;160;p17"/>
          <p:cNvSpPr txBox="1"/>
          <p:nvPr>
            <p:ph idx="7" type="subTitle"/>
          </p:nvPr>
        </p:nvSpPr>
        <p:spPr>
          <a:xfrm>
            <a:off x="899363" y="1291525"/>
            <a:ext cx="1986000" cy="41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61" name="Google Shape;161;p17"/>
          <p:cNvSpPr txBox="1"/>
          <p:nvPr>
            <p:ph idx="8" type="subTitle"/>
          </p:nvPr>
        </p:nvSpPr>
        <p:spPr>
          <a:xfrm>
            <a:off x="3579000" y="1291525"/>
            <a:ext cx="1986000" cy="41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62" name="Google Shape;162;p17"/>
          <p:cNvSpPr txBox="1"/>
          <p:nvPr>
            <p:ph idx="9" type="subTitle"/>
          </p:nvPr>
        </p:nvSpPr>
        <p:spPr>
          <a:xfrm>
            <a:off x="6258637" y="1291525"/>
            <a:ext cx="1986000" cy="41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63" name="Google Shape;163;p17"/>
          <p:cNvSpPr txBox="1"/>
          <p:nvPr>
            <p:ph idx="13" type="subTitle"/>
          </p:nvPr>
        </p:nvSpPr>
        <p:spPr>
          <a:xfrm>
            <a:off x="899363" y="2949122"/>
            <a:ext cx="1986000" cy="41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64" name="Google Shape;164;p17"/>
          <p:cNvSpPr txBox="1"/>
          <p:nvPr>
            <p:ph idx="14" type="subTitle"/>
          </p:nvPr>
        </p:nvSpPr>
        <p:spPr>
          <a:xfrm>
            <a:off x="3579000" y="2949122"/>
            <a:ext cx="1986000" cy="41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65" name="Google Shape;165;p17"/>
          <p:cNvSpPr txBox="1"/>
          <p:nvPr>
            <p:ph idx="15" type="subTitle"/>
          </p:nvPr>
        </p:nvSpPr>
        <p:spPr>
          <a:xfrm>
            <a:off x="6258637" y="2949122"/>
            <a:ext cx="1986000" cy="41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196679" y="325300"/>
            <a:ext cx="8551200" cy="4633925"/>
            <a:chOff x="196679" y="325300"/>
            <a:chExt cx="8551200" cy="4633925"/>
          </a:xfrm>
        </p:grpSpPr>
        <p:sp>
          <p:nvSpPr>
            <p:cNvPr id="167" name="Google Shape;167;p17"/>
            <p:cNvSpPr/>
            <p:nvPr/>
          </p:nvSpPr>
          <p:spPr>
            <a:xfrm rot="5400000">
              <a:off x="2007329" y="113350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68" name="Google Shape;168;p17"/>
            <p:cNvCxnSpPr>
              <a:stCxn id="167" idx="2"/>
            </p:cNvCxnSpPr>
            <p:nvPr/>
          </p:nvCxnSpPr>
          <p:spPr>
            <a:xfrm rot="10800000">
              <a:off x="196679" y="366250"/>
              <a:ext cx="1598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" name="Google Shape;169;p17"/>
            <p:cNvSpPr/>
            <p:nvPr/>
          </p:nvSpPr>
          <p:spPr>
            <a:xfrm>
              <a:off x="8665979" y="285472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70" name="Google Shape;170;p17"/>
            <p:cNvCxnSpPr>
              <a:stCxn id="169" idx="2"/>
            </p:cNvCxnSpPr>
            <p:nvPr/>
          </p:nvCxnSpPr>
          <p:spPr>
            <a:xfrm>
              <a:off x="8706929" y="3360525"/>
              <a:ext cx="0" cy="1598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173" name="Google Shape;17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4" name="Google Shape;174;p18"/>
          <p:cNvSpPr txBox="1"/>
          <p:nvPr>
            <p:ph idx="1" type="subTitle"/>
          </p:nvPr>
        </p:nvSpPr>
        <p:spPr>
          <a:xfrm>
            <a:off x="720000" y="1205675"/>
            <a:ext cx="77040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1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177" name="Google Shape;17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720000" y="1143800"/>
            <a:ext cx="7704000" cy="3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179" name="Google Shape;179;p19"/>
          <p:cNvGrpSpPr/>
          <p:nvPr/>
        </p:nvGrpSpPr>
        <p:grpSpPr>
          <a:xfrm>
            <a:off x="2611210" y="2251133"/>
            <a:ext cx="6342600" cy="2703044"/>
            <a:chOff x="2611210" y="2251133"/>
            <a:chExt cx="6342600" cy="2703044"/>
          </a:xfrm>
        </p:grpSpPr>
        <p:cxnSp>
          <p:nvCxnSpPr>
            <p:cNvPr id="180" name="Google Shape;180;p19"/>
            <p:cNvCxnSpPr>
              <a:stCxn id="181" idx="0"/>
            </p:cNvCxnSpPr>
            <p:nvPr/>
          </p:nvCxnSpPr>
          <p:spPr>
            <a:xfrm>
              <a:off x="3117010" y="4741875"/>
              <a:ext cx="5836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181" name="Google Shape;181;p19"/>
            <p:cNvSpPr/>
            <p:nvPr/>
          </p:nvSpPr>
          <p:spPr>
            <a:xfrm rot="5400000">
              <a:off x="2823160" y="448897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sp>
          <p:nvSpPr>
            <p:cNvPr id="182" name="Google Shape;182;p19"/>
            <p:cNvSpPr/>
            <p:nvPr/>
          </p:nvSpPr>
          <p:spPr>
            <a:xfrm rot="10800000">
              <a:off x="8642250" y="2251133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83" name="Google Shape;183;p19"/>
            <p:cNvCxnSpPr/>
            <p:nvPr/>
          </p:nvCxnSpPr>
          <p:spPr>
            <a:xfrm>
              <a:off x="8683200" y="2735077"/>
              <a:ext cx="0" cy="2219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186" name="Google Shape;186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87" name="Google Shape;187;p20"/>
          <p:cNvGrpSpPr/>
          <p:nvPr/>
        </p:nvGrpSpPr>
        <p:grpSpPr>
          <a:xfrm>
            <a:off x="420796" y="333983"/>
            <a:ext cx="8539935" cy="4627515"/>
            <a:chOff x="420796" y="333983"/>
            <a:chExt cx="8539935" cy="4627515"/>
          </a:xfrm>
        </p:grpSpPr>
        <p:sp>
          <p:nvSpPr>
            <p:cNvPr id="188" name="Google Shape;188;p20"/>
            <p:cNvSpPr/>
            <p:nvPr/>
          </p:nvSpPr>
          <p:spPr>
            <a:xfrm rot="-5400000">
              <a:off x="6861181" y="122033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89" name="Google Shape;189;p20"/>
            <p:cNvCxnSpPr>
              <a:stCxn id="188" idx="2"/>
            </p:cNvCxnSpPr>
            <p:nvPr/>
          </p:nvCxnSpPr>
          <p:spPr>
            <a:xfrm>
              <a:off x="7155031" y="374933"/>
              <a:ext cx="1805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190" name="Google Shape;190;p20"/>
            <p:cNvSpPr/>
            <p:nvPr/>
          </p:nvSpPr>
          <p:spPr>
            <a:xfrm>
              <a:off x="420796" y="3158798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91" name="Google Shape;191;p20"/>
            <p:cNvCxnSpPr>
              <a:stCxn id="190" idx="2"/>
            </p:cNvCxnSpPr>
            <p:nvPr/>
          </p:nvCxnSpPr>
          <p:spPr>
            <a:xfrm>
              <a:off x="461746" y="3664598"/>
              <a:ext cx="0" cy="129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194" name="Google Shape;194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95" name="Google Shape;195;p21"/>
          <p:cNvGrpSpPr/>
          <p:nvPr/>
        </p:nvGrpSpPr>
        <p:grpSpPr>
          <a:xfrm>
            <a:off x="189548" y="184579"/>
            <a:ext cx="8556452" cy="4644871"/>
            <a:chOff x="189548" y="184579"/>
            <a:chExt cx="8556452" cy="4644871"/>
          </a:xfrm>
        </p:grpSpPr>
        <p:sp>
          <p:nvSpPr>
            <p:cNvPr id="196" name="Google Shape;196;p21"/>
            <p:cNvSpPr/>
            <p:nvPr/>
          </p:nvSpPr>
          <p:spPr>
            <a:xfrm rot="5400000">
              <a:off x="1996598" y="4535600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97" name="Google Shape;197;p21"/>
            <p:cNvCxnSpPr>
              <a:stCxn id="196" idx="2"/>
            </p:cNvCxnSpPr>
            <p:nvPr/>
          </p:nvCxnSpPr>
          <p:spPr>
            <a:xfrm rot="10800000">
              <a:off x="189548" y="4788500"/>
              <a:ext cx="1595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8" name="Google Shape;198;p21"/>
            <p:cNvSpPr/>
            <p:nvPr/>
          </p:nvSpPr>
          <p:spPr>
            <a:xfrm>
              <a:off x="8664100" y="1744879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99" name="Google Shape;199;p21"/>
            <p:cNvCxnSpPr>
              <a:stCxn id="198" idx="0"/>
            </p:cNvCxnSpPr>
            <p:nvPr/>
          </p:nvCxnSpPr>
          <p:spPr>
            <a:xfrm rot="10800000">
              <a:off x="8705050" y="184579"/>
              <a:ext cx="0" cy="1560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202" name="Google Shape;20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03" name="Google Shape;203;p22"/>
          <p:cNvGrpSpPr/>
          <p:nvPr/>
        </p:nvGrpSpPr>
        <p:grpSpPr>
          <a:xfrm>
            <a:off x="180100" y="193825"/>
            <a:ext cx="3592200" cy="4612725"/>
            <a:chOff x="180100" y="199150"/>
            <a:chExt cx="3592200" cy="4612725"/>
          </a:xfrm>
        </p:grpSpPr>
        <p:sp>
          <p:nvSpPr>
            <p:cNvPr id="204" name="Google Shape;204;p22"/>
            <p:cNvSpPr/>
            <p:nvPr/>
          </p:nvSpPr>
          <p:spPr>
            <a:xfrm>
              <a:off x="424300" y="1759450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05" name="Google Shape;205;p22"/>
            <p:cNvCxnSpPr>
              <a:stCxn id="204" idx="0"/>
            </p:cNvCxnSpPr>
            <p:nvPr/>
          </p:nvCxnSpPr>
          <p:spPr>
            <a:xfrm rot="10800000">
              <a:off x="465250" y="199150"/>
              <a:ext cx="0" cy="1560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206" name="Google Shape;206;p22"/>
            <p:cNvSpPr/>
            <p:nvPr/>
          </p:nvSpPr>
          <p:spPr>
            <a:xfrm rot="-5400000">
              <a:off x="3478450" y="451802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07" name="Google Shape;207;p22"/>
            <p:cNvCxnSpPr>
              <a:stCxn id="206" idx="0"/>
            </p:cNvCxnSpPr>
            <p:nvPr/>
          </p:nvCxnSpPr>
          <p:spPr>
            <a:xfrm rot="10800000">
              <a:off x="180100" y="4770925"/>
              <a:ext cx="308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210" name="Google Shape;210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1" name="Google Shape;211;p23"/>
          <p:cNvGrpSpPr/>
          <p:nvPr/>
        </p:nvGrpSpPr>
        <p:grpSpPr>
          <a:xfrm>
            <a:off x="188894" y="309075"/>
            <a:ext cx="8769825" cy="4520375"/>
            <a:chOff x="188894" y="309075"/>
            <a:chExt cx="8769825" cy="4520375"/>
          </a:xfrm>
        </p:grpSpPr>
        <p:sp>
          <p:nvSpPr>
            <p:cNvPr id="212" name="Google Shape;212;p23"/>
            <p:cNvSpPr/>
            <p:nvPr/>
          </p:nvSpPr>
          <p:spPr>
            <a:xfrm rot="5400000">
              <a:off x="7053644" y="4535600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13" name="Google Shape;213;p23"/>
            <p:cNvCxnSpPr>
              <a:stCxn id="212" idx="2"/>
            </p:cNvCxnSpPr>
            <p:nvPr/>
          </p:nvCxnSpPr>
          <p:spPr>
            <a:xfrm rot="10800000">
              <a:off x="188894" y="4788500"/>
              <a:ext cx="665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4" name="Google Shape;214;p23"/>
            <p:cNvSpPr/>
            <p:nvPr/>
          </p:nvSpPr>
          <p:spPr>
            <a:xfrm rot="-5400000">
              <a:off x="6769469" y="9712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15" name="Google Shape;215;p23"/>
            <p:cNvCxnSpPr>
              <a:stCxn id="214" idx="2"/>
            </p:cNvCxnSpPr>
            <p:nvPr/>
          </p:nvCxnSpPr>
          <p:spPr>
            <a:xfrm>
              <a:off x="7063319" y="350025"/>
              <a:ext cx="189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bg>
      <p:bgPr>
        <a:solidFill>
          <a:schemeClr val="dk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218" name="Google Shape;218;p24"/>
          <p:cNvGrpSpPr/>
          <p:nvPr/>
        </p:nvGrpSpPr>
        <p:grpSpPr>
          <a:xfrm>
            <a:off x="384800" y="347900"/>
            <a:ext cx="8571101" cy="81900"/>
            <a:chOff x="384800" y="347900"/>
            <a:chExt cx="8571101" cy="81900"/>
          </a:xfrm>
        </p:grpSpPr>
        <p:sp>
          <p:nvSpPr>
            <p:cNvPr id="219" name="Google Shape;219;p24"/>
            <p:cNvSpPr/>
            <p:nvPr/>
          </p:nvSpPr>
          <p:spPr>
            <a:xfrm rot="-5400000">
              <a:off x="596750" y="135950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20" name="Google Shape;220;p24"/>
            <p:cNvCxnSpPr/>
            <p:nvPr/>
          </p:nvCxnSpPr>
          <p:spPr>
            <a:xfrm>
              <a:off x="898501" y="388850"/>
              <a:ext cx="8057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1" name="Google Shape;221;p24"/>
          <p:cNvSpPr txBox="1"/>
          <p:nvPr>
            <p:ph type="title"/>
          </p:nvPr>
        </p:nvSpPr>
        <p:spPr>
          <a:xfrm>
            <a:off x="2347938" y="71407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1" type="subTitle"/>
          </p:nvPr>
        </p:nvSpPr>
        <p:spPr>
          <a:xfrm>
            <a:off x="2347900" y="16831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p24"/>
          <p:cNvSpPr txBox="1"/>
          <p:nvPr/>
        </p:nvSpPr>
        <p:spPr>
          <a:xfrm>
            <a:off x="2204825" y="3730879"/>
            <a:ext cx="4734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</a:rPr>
              <a:t>CREDITS: This presentation template was created by </a:t>
            </a:r>
            <a:r>
              <a:rPr b="1" lang="en" sz="1100" u="sng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</a:rPr>
              <a:t>, and includes icons by </a:t>
            </a:r>
            <a:r>
              <a:rPr b="1" lang="en" sz="1100" u="sng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</a:rPr>
              <a:t>, and infographics &amp; images by </a:t>
            </a:r>
            <a:r>
              <a:rPr b="1" lang="en" sz="1100" u="sng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 u="sng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</a:rPr>
              <a:t> </a:t>
            </a:r>
            <a:endParaRPr sz="1100" u="sng">
              <a:solidFill>
                <a:schemeClr val="lt1"/>
              </a:solidFill>
              <a:latin typeface="Akatab"/>
              <a:ea typeface="Akatab"/>
              <a:cs typeface="Akatab"/>
              <a:sym typeface="Akatab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226" name="Google Shape;226;p25"/>
          <p:cNvGrpSpPr/>
          <p:nvPr/>
        </p:nvGrpSpPr>
        <p:grpSpPr>
          <a:xfrm>
            <a:off x="6554694" y="808785"/>
            <a:ext cx="2401200" cy="4139700"/>
            <a:chOff x="6554694" y="808785"/>
            <a:chExt cx="2401200" cy="4139700"/>
          </a:xfrm>
        </p:grpSpPr>
        <p:sp>
          <p:nvSpPr>
            <p:cNvPr id="227" name="Google Shape;227;p25"/>
            <p:cNvSpPr/>
            <p:nvPr/>
          </p:nvSpPr>
          <p:spPr>
            <a:xfrm rot="-5400000">
              <a:off x="6766644" y="454927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28" name="Google Shape;228;p25"/>
            <p:cNvCxnSpPr>
              <a:stCxn id="227" idx="2"/>
            </p:cNvCxnSpPr>
            <p:nvPr/>
          </p:nvCxnSpPr>
          <p:spPr>
            <a:xfrm>
              <a:off x="7060494" y="4802175"/>
              <a:ext cx="189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229" name="Google Shape;229;p25"/>
            <p:cNvSpPr/>
            <p:nvPr/>
          </p:nvSpPr>
          <p:spPr>
            <a:xfrm>
              <a:off x="8665694" y="80878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30" name="Google Shape;230;p25"/>
            <p:cNvCxnSpPr>
              <a:stCxn id="229" idx="2"/>
            </p:cNvCxnSpPr>
            <p:nvPr/>
          </p:nvCxnSpPr>
          <p:spPr>
            <a:xfrm>
              <a:off x="8706644" y="1314585"/>
              <a:ext cx="0" cy="363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2863" rotWithShape="0" algn="bl" dist="9525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233" name="Google Shape;233;p26"/>
          <p:cNvGrpSpPr/>
          <p:nvPr/>
        </p:nvGrpSpPr>
        <p:grpSpPr>
          <a:xfrm>
            <a:off x="188094" y="315075"/>
            <a:ext cx="4139700" cy="4513360"/>
            <a:chOff x="188094" y="329775"/>
            <a:chExt cx="4139700" cy="4513360"/>
          </a:xfrm>
        </p:grpSpPr>
        <p:sp>
          <p:nvSpPr>
            <p:cNvPr id="234" name="Google Shape;234;p26"/>
            <p:cNvSpPr/>
            <p:nvPr/>
          </p:nvSpPr>
          <p:spPr>
            <a:xfrm rot="5400000">
              <a:off x="4033944" y="454928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35" name="Google Shape;235;p26"/>
            <p:cNvCxnSpPr>
              <a:stCxn id="234" idx="2"/>
            </p:cNvCxnSpPr>
            <p:nvPr/>
          </p:nvCxnSpPr>
          <p:spPr>
            <a:xfrm rot="10800000">
              <a:off x="188094" y="4802185"/>
              <a:ext cx="363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6" name="Google Shape;236;p26"/>
            <p:cNvSpPr/>
            <p:nvPr/>
          </p:nvSpPr>
          <p:spPr>
            <a:xfrm rot="5400000">
              <a:off x="2295444" y="117825"/>
              <a:ext cx="81900" cy="5058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37" name="Google Shape;237;p26"/>
            <p:cNvCxnSpPr>
              <a:stCxn id="236" idx="2"/>
            </p:cNvCxnSpPr>
            <p:nvPr/>
          </p:nvCxnSpPr>
          <p:spPr>
            <a:xfrm rot="10800000">
              <a:off x="188094" y="370725"/>
              <a:ext cx="189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75" y="193875"/>
            <a:ext cx="8760325" cy="474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7"/>
          <p:cNvSpPr txBox="1"/>
          <p:nvPr/>
        </p:nvSpPr>
        <p:spPr>
          <a:xfrm>
            <a:off x="563575" y="563425"/>
            <a:ext cx="8312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Customer Support Performance</a:t>
            </a:r>
            <a:endParaRPr b="1"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696700" y="3198775"/>
            <a:ext cx="799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Freshdesk Analytics &amp; Workflow </a:t>
            </a:r>
            <a:r>
              <a:rPr i="1" lang="e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Enhancement</a:t>
            </a:r>
            <a:endParaRPr i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696700" y="4010600"/>
            <a:ext cx="269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By: Hamza Jawad</a:t>
            </a:r>
            <a:endParaRPr b="1" sz="16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11 Feb 2026</a:t>
            </a:r>
            <a:endParaRPr b="1" sz="16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/>
          <p:nvPr/>
        </p:nvSpPr>
        <p:spPr>
          <a:xfrm>
            <a:off x="599775" y="327150"/>
            <a:ext cx="8202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Times New Roman"/>
                <a:ea typeface="Times New Roman"/>
                <a:cs typeface="Times New Roman"/>
                <a:sym typeface="Times New Roman"/>
              </a:rPr>
              <a:t>Executive Summary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8"/>
          <p:cNvSpPr txBox="1"/>
          <p:nvPr/>
        </p:nvSpPr>
        <p:spPr>
          <a:xfrm>
            <a:off x="599775" y="1054850"/>
            <a:ext cx="8202900" cy="3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Support operations remain stable with predictable early-week                           ticket peaks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80% negative sentiment</a:t>
            </a: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 signals serious customer experience                                                                      risk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Nearly </a:t>
            </a: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50% High-Priority tickets</a:t>
            </a: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 indicate over-escalation and SLA pressure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Automation and smarter routing</a:t>
            </a: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 can reduce recurring issues and improve satisfaction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/>
        </p:nvSpPr>
        <p:spPr>
          <a:xfrm>
            <a:off x="599775" y="327150"/>
            <a:ext cx="8202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9"/>
          <p:cNvSpPr txBox="1"/>
          <p:nvPr/>
        </p:nvSpPr>
        <p:spPr>
          <a:xfrm>
            <a:off x="599775" y="1200250"/>
            <a:ext cx="8202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80% 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tickets show negative sentiment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• Nearly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50%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marked as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High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Priority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Billing and Login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issues dominate volume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• Stable resolution time, but low satisfaction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/>
          <p:nvPr/>
        </p:nvSpPr>
        <p:spPr>
          <a:xfrm>
            <a:off x="599775" y="327150"/>
            <a:ext cx="8202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Times New Roman"/>
                <a:ea typeface="Times New Roman"/>
                <a:cs typeface="Times New Roman"/>
                <a:sym typeface="Times New Roman"/>
              </a:rPr>
              <a:t>Performance Snapshot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599775" y="1200250"/>
            <a:ext cx="3950100" cy="3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Average Resolution Time: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85–97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minutes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80%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Negative Customer Sentiment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Nearly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50%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Tickets Marked High Priority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Stable operations, rising service pressure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4" name="Google Shape;264;p30" title="kpi_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9875" y="1279950"/>
            <a:ext cx="4441726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0" title="kpi_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9875" y="2384850"/>
            <a:ext cx="4441725" cy="90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0" title="kpi_3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9825" y="3438300"/>
            <a:ext cx="4441725" cy="9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"/>
          <p:cNvSpPr txBox="1"/>
          <p:nvPr/>
        </p:nvSpPr>
        <p:spPr>
          <a:xfrm>
            <a:off x="599775" y="254450"/>
            <a:ext cx="8202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Ticket Volume Is Stable with Predictable Early-Week Peaks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31"/>
          <p:cNvSpPr txBox="1"/>
          <p:nvPr/>
        </p:nvSpPr>
        <p:spPr>
          <a:xfrm>
            <a:off x="599775" y="1547450"/>
            <a:ext cx="3513900" cy="3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Daily ticket flow remains consistent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Monday and Tuesday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show highest spikes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Indicates backlog or usage surge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Workload patterns are predictable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3" name="Google Shape;273;p31" title="ticket_volume_trend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275" y="1547450"/>
            <a:ext cx="5223326" cy="30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 txBox="1"/>
          <p:nvPr/>
        </p:nvSpPr>
        <p:spPr>
          <a:xfrm>
            <a:off x="599775" y="254450"/>
            <a:ext cx="8202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Billing and Payment Issues Drive Majority of Tickets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32"/>
          <p:cNvSpPr txBox="1"/>
          <p:nvPr/>
        </p:nvSpPr>
        <p:spPr>
          <a:xfrm>
            <a:off x="599775" y="1547450"/>
            <a:ext cx="3513900" cy="3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Billing &amp; Payment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highest frequency category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Login &amp; Access issues block users completely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Feature requests carry low urgency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Recurring issues are preventable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0" name="Google Shape;280;p32" title="Issue_type_breakdow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0650" y="1547450"/>
            <a:ext cx="5010149" cy="317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 txBox="1"/>
          <p:nvPr/>
        </p:nvSpPr>
        <p:spPr>
          <a:xfrm>
            <a:off x="599775" y="254450"/>
            <a:ext cx="8202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Times New Roman"/>
                <a:ea typeface="Times New Roman"/>
                <a:cs typeface="Times New Roman"/>
                <a:sym typeface="Times New Roman"/>
              </a:rPr>
              <a:t>High Priority Overuse Creates SLA Pressure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3"/>
          <p:cNvSpPr txBox="1"/>
          <p:nvPr/>
        </p:nvSpPr>
        <p:spPr>
          <a:xfrm>
            <a:off x="599775" y="1547450"/>
            <a:ext cx="3513900" cy="3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Nearly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half of tickets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tagged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High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Priority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Possible over-escalation behavior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High-priority tickets resolve slower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Misclassification increases operational stress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7" name="Google Shape;287;p33" title="priority_distribut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3500" y="1670450"/>
            <a:ext cx="5029199" cy="29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/>
        </p:nvSpPr>
        <p:spPr>
          <a:xfrm>
            <a:off x="599775" y="254450"/>
            <a:ext cx="8202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Resolution Speed Is Consistent but Not Improving Experience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34"/>
          <p:cNvSpPr txBox="1"/>
          <p:nvPr/>
        </p:nvSpPr>
        <p:spPr>
          <a:xfrm>
            <a:off x="599775" y="1547450"/>
            <a:ext cx="35139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Average resolution time stable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No major variation across categories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Limited specialization or automation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Speed alone not driving satisfaction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4" name="Google Shape;294;p34" title="resolution_time_by_categor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6850" y="1631950"/>
            <a:ext cx="4984749" cy="299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5"/>
          <p:cNvSpPr txBox="1"/>
          <p:nvPr/>
        </p:nvSpPr>
        <p:spPr>
          <a:xfrm>
            <a:off x="599775" y="254450"/>
            <a:ext cx="8202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Times New Roman"/>
                <a:ea typeface="Times New Roman"/>
                <a:cs typeface="Times New Roman"/>
                <a:sym typeface="Times New Roman"/>
              </a:rPr>
              <a:t>Customer Sentiment Signals Experience Risk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35"/>
          <p:cNvSpPr txBox="1"/>
          <p:nvPr/>
        </p:nvSpPr>
        <p:spPr>
          <a:xfrm>
            <a:off x="599775" y="1547450"/>
            <a:ext cx="3513900" cy="3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80%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tickets reflect negative sentiment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Frustration persists despite stable resolution times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Indicates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repeat issues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or weak first-contact resolution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• Risk to customer trust and retention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1" name="Google Shape;301;p35" title="agent_work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1600" y="1822850"/>
            <a:ext cx="5067301" cy="28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"/>
          <p:cNvSpPr txBox="1"/>
          <p:nvPr/>
        </p:nvSpPr>
        <p:spPr>
          <a:xfrm>
            <a:off x="599775" y="254450"/>
            <a:ext cx="8202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36"/>
          <p:cNvSpPr txBox="1"/>
          <p:nvPr/>
        </p:nvSpPr>
        <p:spPr>
          <a:xfrm>
            <a:off x="599775" y="1547450"/>
            <a:ext cx="80757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• Support workload is stable but near growth threshold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• Recurring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high-impact issues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drive dissatisfaction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• Priority imbalance increases SLA pressure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• Proactive automation required for scalability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 txBox="1"/>
          <p:nvPr/>
        </p:nvSpPr>
        <p:spPr>
          <a:xfrm>
            <a:off x="599775" y="254450"/>
            <a:ext cx="8202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Times New Roman"/>
                <a:ea typeface="Times New Roman"/>
                <a:cs typeface="Times New Roman"/>
                <a:sym typeface="Times New Roman"/>
              </a:rPr>
              <a:t>Recommendations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37"/>
          <p:cNvSpPr txBox="1"/>
          <p:nvPr/>
        </p:nvSpPr>
        <p:spPr>
          <a:xfrm>
            <a:off x="599775" y="1547450"/>
            <a:ext cx="80757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• Implement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 macros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for recurring billing and login issues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• Introduce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automated routing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and smarter priority rules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• Deploy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SLA-based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escalation monitoring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• Expand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customer self-service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knowledge base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xecutive Design Company Profile by Slidesgo">
  <a:themeElements>
    <a:clrScheme name="Simple Light">
      <a:dk1>
        <a:srgbClr val="030920"/>
      </a:dk1>
      <a:lt1>
        <a:srgbClr val="EEEEEE"/>
      </a:lt1>
      <a:dk2>
        <a:srgbClr val="2A3250"/>
      </a:dk2>
      <a:lt2>
        <a:srgbClr val="526D82"/>
      </a:lt2>
      <a:accent1>
        <a:srgbClr val="9DB2BF"/>
      </a:accent1>
      <a:accent2>
        <a:srgbClr val="DDE6E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309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